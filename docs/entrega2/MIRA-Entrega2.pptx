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FF272-6E2F-DB46-80D7-EAC7588A6953}" type="datetimeFigureOut">
              <a:rPr lang="es-US" smtClean="0"/>
              <a:t>10/19/2026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E1A4D-D1D6-D34C-A03A-2401DE175E1C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54067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Nikolas (0:20)
Buenos días. Somos el equipo de MIRA: yo soy Nikolas Lagos, y con nosotros están Franko Moraga, Dante Chaves y Felipe Caru. En esta entrega implementamos dos funcionalidades del caso MIRA de DPRIME: la bandeja de revisión asistida, F1, y el puntaje con decisión por umbrales, F4, usando desarrollo conducido por especificación con GitHub Spec Kit. Primero les contamos el contexto y el método, después cómo lo aplicamos, hacemos una demostración en vivo y cerramos comparando con nuestra Entrega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Nikolas (0:50)
MIRA recibe solicitudes de reembolso de salud y tiene que decidir si se aprueban. El flujo es simple: llega la evidencia del caso, F4 calcula un puntaje de confianza y lo compara con un umbral, hoy 90. Si el puntaje llega a 90 y no hay fraude, el caso se aprueba solo. Todo lo demás, o sea puntaje bajo, fraude o una señal bajo su mínimo, va a F1, la bandeja, donde una persona revisa la evidencia y decide. La regla clave que viene de la Entrega 1 es que MIRA nunca rechaza sola. Elegimos F1 y F4 porque ahí se cruzan el puntaje, la decisión y la revisión humana, que es el corazón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Nikolas (0:50)
Trabajamos con Spec-Driven Development usando GitHub Spec Kit, en su versión más reciente. La idea es que antes de generar código se escribe y se revisa una especificación, y el código sale de ella. Spec Kit ordena el recorrido en etapas: la constitución, con las reglas que no se pueden romper; specify, para decir qué se quiere; clarify, para resolver ambigüedades con el cliente; plan, para el cómo; tasks, para ordenar el trabajo; analyze, para buscar contradicciones antes de programar; e implement, para construir. Dejamos la constitución en versión 2.0.0 con las decisiones de la Entrega 1 y dos especificaciones, una por funcionalidad. Usamos Copilot, tres de nosotros, y Antigravity, Franko. Elegimos Spec Kit y no BMAD porque es más usado y más útil para nuestro trabajo futuro; BMAD no lo probamos, así que no tenemos evidencia propia para compararlos. Le paso a Franko.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Franko (1:00)
En el repositorio quedaron los artefactos del método: dos especificaciones, la de la bandeja y la de puntaje y umbrales, cada una con su plan, modelo de datos y tareas. El análisis cruzado, que revisa que spec, plan y tareas no se contradigan, encontró 11 hallazgos antes de escribir una línea de código. Y la implementación se hizo en siete fases, con las tareas marcadas como hechas en cada commit. También medimos la trazabilidad: los 15 requisitos Must dentro de nuestro alcance llegan a especificación, tarea, commit y una prueba relacionada. Ojo: eso mide que los enlaces existan, no que el criterio esté demostrado; hay tres requisitos de operación y un criterio de F4 que no están demostrados, y lo vamos a decir con claridad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Franko (1:15)
Spec Kit es el marco, y dentro de cada etapa aplicamos técnicas de prompting del curso. El curso tiene ocho técnicas más las del taller; en pantalla están todas, y las rellenas son las que tienen evidencia en el repositorio. Rol y contexto: abrimos los prompts con el proyecto, el stack y reglas de conducta para el agente. Descomposición y plan-and-solve: la auditoría final se dividió en fases, con una detención para revisión humana antes de seguir. Prompting para código: escribimos el resultado esperado antes de ejecutar, por ejemplo qué debía dar cada escenario de F4. Grounded prompting y salida estructurada: ningún número sin una salida de comando o archivo que lo respalde, e informes en tablas fijas. Autocrítica: marcamos las pruebas que confirman el código y no el criterio de aceptación. Y verificación en cadena, de forma parcial, para las citas, que detectó la numeración desplazada de las decisiones. Las que no tienen evidencia, y por eso no las declaramos, son especificidad con delimitadores, few-shot, razonamiento explícito y LLM-as-a-Judge. De las etapas de Spec Kit no usamos checklist ni converge.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Franko (0:45)
Un ejemplo de por qué aclarar rindió. De cinco ambigüedades que el agente resolvió solo, tres coincidieron con lo que quería el cliente: fraude primero, un piso de 60 puntos y escalar el caso al vencer el plazo. Dos no: un reloj de plazo 24/7 y una bandeja de un solo usuario. El cliente las corrigió antes de que llegaran al código, y de ahí salieron dos decisiones nuevas, DEC-13 y DEC-14, que veremos en la comparativa. Una salvedad honesta: el plan tiene más de tres mil líneas y casi todo se aceptó con poca revisión visible. Con esto paso a Dante y Felipe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Dante y Felipe (4:00)
DANTE (2 min, F1): Partimos de la versión etiquetada v2.0, recién levantada y con datos ficticios. Esta es la bandeja de F1: muestra los casos pendientes, con el de fraude arriba. Abro CASO-SEED-003: en una sola pantalla tengo la evidencia, el puntaje, las señales y la razón por la que MIRA lo derivó, que es fraude. Ahora abro CASO-SEED-002, reviso y registro una decisión con su motivo; queda guardada con fecha, hora y autor, y no se puede modificar después. Le paso a Felipe.
FELIPE (2 min, F4): En F4, noten que el tercer caso sembrado, CASO-SEED-001, se aprobó automáticamente y por eso no aparece en la bandeja. En el detalle de un caso se ve el puntaje, el desglose por señal y la causal de derivación. Y en configuración cambio el umbral de 90 a 88: queda registrado con usuario, fecha y valor anterior, y la versión anterior se conserva. Lo devuelvo a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Felipe (1:15)
Comparando con la Entrega 1: de los 18 requisitos que estaban en nuestro alcance, 14 se mantuvieron igual y 4 se modificaron; por ejemplo, ahora se prohíbe además el cierre desestimatorio, y un requisito pasó de deseable a obligatorio. Se agregaron 5 nuevos: la ubicación del hallazgo en la evidencia, el plazo en horas hábiles con escalamiento, el mínimo por señal, la precedencia del fraude y el control de concurrencia. Uno quedó descartado y siete diferidos por alcance. Es decir, el 77,8 % se mantuvo, y lo más relevante surgió de aclarar con el cliente y no del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Felipe (1:15)
En total siete supuestos de la Entrega 1 resultaron inválidos al llegar a código; destaco tres. Primero, la E1 suponía un umbral inferior bajo el cual el sistema rechazaba solo; la regla de no rechazo automático lo prohíbe, así que ahora todo caso desfavorable va a una persona y el fraude tiene prioridad: es DEC-04. Segundo, el plazo de tres días hábiles se medía de corrido; ahora son horas hábiles, de lunes a viernes entre 08:30 y 18:30, y al vencer el caso escala a un supervisor: DEC-13. Tercero, la bandeja era de un solo usuario; ahora hay lectura libre y un bloqueo de 15 minutos, y gana quien envía primero: DEC-14.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Dante (1:15)
Quiero ser claro con lo que funciona y lo que no está demostrado. Funciona: la bandeja, el detalle, la resolución inalterable, el umbral con auditoría, cuatro escenarios de F4 que verificamos por API, y el arranque desde un clon limpio en unos tres minutos con cachés. Con salvedades: las 172 pruebas usan servicios simulados; las pruebas de interfaz pasan 6 de 6 con una base aislada y 2 de 6 en la compartida; y el seed no cumple la fórmula de su propio puntaje, 74,25 calculado frente a 74 guardado. Y no está demostrado: la disponibilidad mensual, la retención y el cifrado de la evidencia, y el procesamiento asíncrono. Son exigencias a escala de operación que un incremento como este no verifica sin infraestructura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Dante (1:15)
En la Entrega 1 usamos solo prompting, con cinco técnicas, y aun así el modelo numeró mal su propia bitácora de decisiones sin que lo notáramos. En esta entrega usamos SDD y esas técnicas siguieron presentes dentro de cada etapa: se complementan. Las técnicas mejoran cada respuesta; SDD ordena el recorrido completo, con reglas versionadas en la constitución y un análisis cruzado como control. Nuestra conclusión es que quedó más ordenado y trazable, pero no más rápido: hubo más artefactos que revisar, siete fases y una auditoría posterior. Y SDD termina en implementar: no verifica que lo construido cumpla la especificación. Pruebas en verde no es evidencia de que funcione; lo es arrancar desde un clon limpio.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Nikolas (1:00)
Para cerrar, tres ideas. Una: aclarar antes de programar evitó errores caros; dos de cinco propuestas del agente se corrigieron antes de llegar al código. Dos: verde no significa que funciona; probamos desde un clon limpio y ahí aparecieron fallas que las pruebas no mostraban. Tres: los requisitos no funcionales hay que escribirlos con un escenario medible a escala de incremento, porque si no, no se pueden demostrar. Y una nota de transparencia: el agente escribió el 99,47 % de las líneas; nuestro trabajo fue aclarar con el cliente, decidir y corregir. El repositorio está en GitHub con la etiqueta v2.0.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2: desarrollo conducido por especificación (SDD)</a:t>
            </a:r>
            <a:endParaRPr lang="en-US" sz="2200" dirty="0"/>
          </a:p>
        </p:txBody>
      </p:sp>
      <p:sp>
        <p:nvSpPr>
          <p:cNvPr id="4" name="funcionalidades"/>
          <p:cNvSpPr/>
          <p:nvPr/>
        </p:nvSpPr>
        <p:spPr>
          <a:xfrm>
            <a:off x="640080" y="269748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697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revisión asistida     </a:t>
            </a: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y decisión por umbrales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Nikolas Lagos · Franko Moraga · Dante Chaves · Felipe Caru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Software Conducido por Agentes de IA · Universidad de Valparaíso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decide sola o deriva a una persona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2148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caso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2743200" y="21488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2148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Puntaje y umbral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669280" y="132588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25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≥ 90 y sin fraude: aprobación automática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669280" y="315468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demás: F1 bandeja, decide una persona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2697480"/>
            <a:ext cx="457200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2697480"/>
            <a:ext cx="502920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1874520"/>
            <a:ext cx="0" cy="173736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874520"/>
            <a:ext cx="502920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3703320"/>
            <a:ext cx="502920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rechaza sola: el fraude y los puntajes bajos van siempre a una persona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Método: SDD con GitHub Spec Kit</a:t>
            </a:r>
            <a:endParaRPr lang="en-US" sz="3000" dirty="0"/>
          </a:p>
        </p:txBody>
      </p:sp>
      <p:sp>
        <p:nvSpPr>
          <p:cNvPr id="3" name="paso Constitución"/>
          <p:cNvSpPr/>
          <p:nvPr/>
        </p:nvSpPr>
        <p:spPr>
          <a:xfrm>
            <a:off x="502920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paso Specify"/>
          <p:cNvSpPr/>
          <p:nvPr/>
        </p:nvSpPr>
        <p:spPr>
          <a:xfrm>
            <a:off x="1664208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4208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paso Clarify"/>
          <p:cNvSpPr/>
          <p:nvPr/>
        </p:nvSpPr>
        <p:spPr>
          <a:xfrm>
            <a:off x="2825496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25496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25496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paso Plan"/>
          <p:cNvSpPr/>
          <p:nvPr/>
        </p:nvSpPr>
        <p:spPr>
          <a:xfrm>
            <a:off x="3986784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86784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86784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paso Tasks"/>
          <p:cNvSpPr/>
          <p:nvPr/>
        </p:nvSpPr>
        <p:spPr>
          <a:xfrm>
            <a:off x="5148072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48072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paso Analyze"/>
          <p:cNvSpPr/>
          <p:nvPr/>
        </p:nvSpPr>
        <p:spPr>
          <a:xfrm>
            <a:off x="6309360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paso Implement"/>
          <p:cNvSpPr/>
          <p:nvPr/>
        </p:nvSpPr>
        <p:spPr>
          <a:xfrm>
            <a:off x="7470648" y="164592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0648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2880360"/>
            <a:ext cx="804672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5" name="card"/>
          <p:cNvSpPr/>
          <p:nvPr/>
        </p:nvSpPr>
        <p:spPr>
          <a:xfrm>
            <a:off x="548640" y="33375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v2.0.0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decisiones de la E1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291840" y="33375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y Antigravity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6035040" y="33375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especificaciones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y F4, antes del código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 que dejó el método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bandeja y F4 puntaje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análisis cruzado, antes de programar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implementación con tareas trazables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15 requisitos Must del alcance con cadena: requisito → spec → tarea → commit → prueba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Kit y técnicas del curso: qué usamos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Spec Kit</a:t>
            </a:r>
            <a:endParaRPr lang="en-US" sz="1400" dirty="0"/>
          </a:p>
        </p:txBody>
      </p:sp>
      <p:sp>
        <p:nvSpPr>
          <p:cNvPr id="4" name="cmd constitution"/>
          <p:cNvSpPr/>
          <p:nvPr/>
        </p:nvSpPr>
        <p:spPr>
          <a:xfrm>
            <a:off x="548640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000" dirty="0"/>
          </a:p>
        </p:txBody>
      </p:sp>
      <p:sp>
        <p:nvSpPr>
          <p:cNvPr id="6" name="cmd specify"/>
          <p:cNvSpPr/>
          <p:nvPr/>
        </p:nvSpPr>
        <p:spPr>
          <a:xfrm>
            <a:off x="1449324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49324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000" dirty="0"/>
          </a:p>
        </p:txBody>
      </p:sp>
      <p:sp>
        <p:nvSpPr>
          <p:cNvPr id="8" name="cmd clarify"/>
          <p:cNvSpPr/>
          <p:nvPr/>
        </p:nvSpPr>
        <p:spPr>
          <a:xfrm>
            <a:off x="2350008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0008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000" dirty="0"/>
          </a:p>
        </p:txBody>
      </p:sp>
      <p:sp>
        <p:nvSpPr>
          <p:cNvPr id="10" name="cmd plan"/>
          <p:cNvSpPr/>
          <p:nvPr/>
        </p:nvSpPr>
        <p:spPr>
          <a:xfrm>
            <a:off x="3250692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0692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cmd tasks"/>
          <p:cNvSpPr/>
          <p:nvPr/>
        </p:nvSpPr>
        <p:spPr>
          <a:xfrm>
            <a:off x="4151376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51376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14" name="cmd analyze"/>
          <p:cNvSpPr/>
          <p:nvPr/>
        </p:nvSpPr>
        <p:spPr>
          <a:xfrm>
            <a:off x="5052060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52060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16" name="cmd implement"/>
          <p:cNvSpPr/>
          <p:nvPr/>
        </p:nvSpPr>
        <p:spPr>
          <a:xfrm>
            <a:off x="5952744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2744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18" name="cmd checklist"/>
          <p:cNvSpPr/>
          <p:nvPr/>
        </p:nvSpPr>
        <p:spPr>
          <a:xfrm>
            <a:off x="6853428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853428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20" name="cmd converge"/>
          <p:cNvSpPr/>
          <p:nvPr/>
        </p:nvSpPr>
        <p:spPr>
          <a:xfrm>
            <a:off x="7754112" y="1508760"/>
            <a:ext cx="85039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754112" y="150876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prompting del curso</a:t>
            </a:r>
            <a:endParaRPr lang="en-US" sz="1400" dirty="0"/>
          </a:p>
        </p:txBody>
      </p:sp>
      <p:sp>
        <p:nvSpPr>
          <p:cNvPr id="23" name="tec Rol y contexto"/>
          <p:cNvSpPr/>
          <p:nvPr/>
        </p:nvSpPr>
        <p:spPr>
          <a:xfrm>
            <a:off x="548640" y="256032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 contexto</a:t>
            </a:r>
            <a:endParaRPr lang="en-US" sz="1200" dirty="0"/>
          </a:p>
        </p:txBody>
      </p:sp>
      <p:sp>
        <p:nvSpPr>
          <p:cNvPr id="25" name="tec Salida estructurada"/>
          <p:cNvSpPr/>
          <p:nvPr/>
        </p:nvSpPr>
        <p:spPr>
          <a:xfrm>
            <a:off x="2560320" y="256032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0604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estructurada</a:t>
            </a:r>
            <a:endParaRPr lang="en-US" sz="1200" dirty="0"/>
          </a:p>
        </p:txBody>
      </p:sp>
      <p:sp>
        <p:nvSpPr>
          <p:cNvPr id="27" name="tec Descomposición"/>
          <p:cNvSpPr/>
          <p:nvPr/>
        </p:nvSpPr>
        <p:spPr>
          <a:xfrm>
            <a:off x="4572000" y="256032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endParaRPr lang="en-US" sz="1200" dirty="0"/>
          </a:p>
        </p:txBody>
      </p:sp>
      <p:sp>
        <p:nvSpPr>
          <p:cNvPr id="29" name="tec Prompting para código"/>
          <p:cNvSpPr/>
          <p:nvPr/>
        </p:nvSpPr>
        <p:spPr>
          <a:xfrm>
            <a:off x="6583680" y="256032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para código</a:t>
            </a:r>
            <a:endParaRPr lang="en-US" sz="1200" dirty="0"/>
          </a:p>
        </p:txBody>
      </p:sp>
      <p:sp>
        <p:nvSpPr>
          <p:cNvPr id="31" name="tec Grounded prompting"/>
          <p:cNvSpPr/>
          <p:nvPr/>
        </p:nvSpPr>
        <p:spPr>
          <a:xfrm>
            <a:off x="548640" y="310896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prompting</a:t>
            </a:r>
            <a:endParaRPr lang="en-US" sz="1200" dirty="0"/>
          </a:p>
        </p:txBody>
      </p:sp>
      <p:sp>
        <p:nvSpPr>
          <p:cNvPr id="33" name="tec Plan-and-Solve"/>
          <p:cNvSpPr/>
          <p:nvPr/>
        </p:nvSpPr>
        <p:spPr>
          <a:xfrm>
            <a:off x="2560320" y="310896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0604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Plan-and-Solve</a:t>
            </a:r>
            <a:endParaRPr lang="en-US" sz="1200" dirty="0"/>
          </a:p>
        </p:txBody>
      </p:sp>
      <p:sp>
        <p:nvSpPr>
          <p:cNvPr id="35" name="tec Autocrítica"/>
          <p:cNvSpPr/>
          <p:nvPr/>
        </p:nvSpPr>
        <p:spPr>
          <a:xfrm>
            <a:off x="4572000" y="310896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1772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Autocrítica</a:t>
            </a:r>
            <a:endParaRPr lang="en-US" sz="1200" dirty="0"/>
          </a:p>
        </p:txBody>
      </p:sp>
      <p:sp>
        <p:nvSpPr>
          <p:cNvPr id="37" name="tec Verificación en cadena"/>
          <p:cNvSpPr/>
          <p:nvPr/>
        </p:nvSpPr>
        <p:spPr>
          <a:xfrm>
            <a:off x="6583680" y="310896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940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cadena</a:t>
            </a:r>
            <a:endParaRPr lang="en-US" sz="1200" dirty="0"/>
          </a:p>
        </p:txBody>
      </p:sp>
      <p:sp>
        <p:nvSpPr>
          <p:cNvPr id="39" name="tec Especificidad y delimitadores"/>
          <p:cNvSpPr/>
          <p:nvPr/>
        </p:nvSpPr>
        <p:spPr>
          <a:xfrm>
            <a:off x="548640" y="365760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594360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 y delimitadores</a:t>
            </a:r>
            <a:endParaRPr lang="en-US" sz="1200" dirty="0"/>
          </a:p>
        </p:txBody>
      </p:sp>
      <p:sp>
        <p:nvSpPr>
          <p:cNvPr id="41" name="tec Few-shot"/>
          <p:cNvSpPr/>
          <p:nvPr/>
        </p:nvSpPr>
        <p:spPr>
          <a:xfrm>
            <a:off x="2560320" y="365760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2606040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00" dirty="0"/>
          </a:p>
        </p:txBody>
      </p:sp>
      <p:sp>
        <p:nvSpPr>
          <p:cNvPr id="43" name="tec Razonamiento explícito"/>
          <p:cNvSpPr/>
          <p:nvPr/>
        </p:nvSpPr>
        <p:spPr>
          <a:xfrm>
            <a:off x="4572000" y="365760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4617720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</a:t>
            </a:r>
            <a:endParaRPr lang="en-US" sz="1200" dirty="0"/>
          </a:p>
        </p:txBody>
      </p:sp>
      <p:sp>
        <p:nvSpPr>
          <p:cNvPr id="45" name="tec LLM-as-a-Judge"/>
          <p:cNvSpPr/>
          <p:nvPr/>
        </p:nvSpPr>
        <p:spPr>
          <a:xfrm>
            <a:off x="6583680" y="3657600"/>
            <a:ext cx="18745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5B6B80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629400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Relleno: con evidencia en el repositorio · Borde punteado: sin evidencia, no se declara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Aclarar antes de programar rindió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propuso 5 cosas sin fuente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18745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primero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2377440" y="18745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874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de 60 puntos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206240" y="18745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874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al vencer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126480" y="18745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187452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24/7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7498080" y="18745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187452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monousuario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coincidieron con el cliente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aclarar, habrían llegado al código: </a:t>
            </a:r>
            <a:r>
              <a:rPr lang="en-US" sz="1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24/7 y bandeja de un solo usuario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731520" y="150876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con casos ficticios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caso con fraude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con motivo: queda inalterable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846320" y="150876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aprobado solo: no entra a la bandeja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92040" y="29718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Puntaje, señales y causal de derivación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365760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90 → 88 con auditoría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etiquetada v2.0 · datos ficticios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cambió en los requisitos de la Entrega 1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1508760" cy="210312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2176272" y="1554480"/>
            <a:ext cx="1508760" cy="210312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76272" y="1645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803904" y="1554480"/>
            <a:ext cx="1508760" cy="210312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1645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31536" y="1554480"/>
            <a:ext cx="1508760" cy="210312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31536" y="1645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7059168" y="1554480"/>
            <a:ext cx="1508760" cy="210312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59168" y="1645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diferidos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Estabilidad: 14 de 18 requisitos en alcance sin cambio (77,8 %)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relevante surgió de aclarar, no del enunciado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supuestos de la E1 no sobrevivieron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automático bajo un umbral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69080" y="1572768"/>
            <a:ext cx="548640" cy="42062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754880" y="137160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una persona; el fraude va primero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371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DEC-04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37744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continuo 24/7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9080" y="2578608"/>
            <a:ext cx="548640" cy="42062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4754880" y="237744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hábiles y escalamiento al vencer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DEC-13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338328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un solo usuario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69080" y="3584448"/>
            <a:ext cx="548640" cy="42062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4754880" y="338328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15 minutos; gana quien envía primero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383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DEC-14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total, 7 supuestos de la E1 resultaron inválidos al llegar a código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funciona y qué no está demostrado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548640" y="137160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Bandeja, detalle y resolución inalterable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con auditoría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escenarios de F4 por API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desde clon limpio (~3 min)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64408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264408" y="137160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4408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salvedades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pruebas, con servicios simulados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6/6 con base aislada; 2/6 en la compartida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seed: 74,25 frente a 74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980176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5980176" y="137160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0176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demostrado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17336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mensual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y cifrado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asíncrono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 frente al prompting de la Entrega 1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66344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prompting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SDD + técnicas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técnicas, respuesta por respuesta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numeró mal su propia bitácora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técnicas, dentro de cada etapa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versionadas y análisis cruzado como control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ordenado y trazable, no más rápido.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termina en implementar y no verifica.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640080" y="137160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Aclarar primero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errores caros: 2 de 5 propuestas del agente se corrigieron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640080" y="224028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no es funciona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 desde un clon limpio, no con pruebas en verde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40080" y="310896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108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desde el requisito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RNF necesitan un escenario medible a escala de incremento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escribió el 99,47 % de las líneas; el equipo aclaró, decidió y corrigió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github.com/Frxnks/Entregas_DSLLMs  ·  etiqueta v2.0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RA E2">
  <a:themeElements>
    <a:clrScheme name="MIRA E2">
      <a:dk1>
        <a:srgbClr val="1B2A41"/>
      </a:dk1>
      <a:lt1>
        <a:srgbClr val="FFFFFF"/>
      </a:lt1>
      <a:dk2>
        <a:srgbClr val="14213D"/>
      </a:dk2>
      <a:lt2>
        <a:srgbClr val="F3F5F8"/>
      </a:lt2>
      <a:accent1>
        <a:srgbClr val="1F4E79"/>
      </a:accent1>
      <a:accent2>
        <a:srgbClr val="E8A33D"/>
      </a:accent2>
      <a:accent3>
        <a:srgbClr val="2E8B6E"/>
      </a:accent3>
      <a:accent4>
        <a:srgbClr val="C0504D"/>
      </a:accent4>
      <a:accent5>
        <a:srgbClr val="6B7A90"/>
      </a:accent5>
      <a:accent6>
        <a:srgbClr val="9DB4CE"/>
      </a:accent6>
      <a:hlink>
        <a:srgbClr val="1F4E79"/>
      </a:hlink>
      <a:folHlink>
        <a:srgbClr val="6B7A90"/>
      </a:folHlink>
    </a:clrScheme>
    <a:fontScheme name="MIRA E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MIRA E2</vt:lpstr>
      <vt:lpstr>Presentación de PowerPoint</vt:lpstr>
      <vt:lpstr>MIRA decide sola o deriva a una persona</vt:lpstr>
      <vt:lpstr>Método: SDD con GitHub Spec Kit</vt:lpstr>
      <vt:lpstr>Artefactos que dejó el método</vt:lpstr>
      <vt:lpstr>Spec Kit y técnicas del curso: qué usamos</vt:lpstr>
      <vt:lpstr>Aclarar antes de programar rindió</vt:lpstr>
      <vt:lpstr>Demostración en vivo</vt:lpstr>
      <vt:lpstr>Qué cambió en los requisitos de la Entrega 1</vt:lpstr>
      <vt:lpstr>Tres supuestos de la E1 no sobrevivieron</vt:lpstr>
      <vt:lpstr>Qué funciona y qué no está demostrado</vt:lpstr>
      <vt:lpstr>SDD frente al prompting de la Entrega 1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 Entrega 2</dc:title>
  <dc:subject>PptxGenJS Presentation</dc:subject>
  <dc:creator>Lagos, Moraga, Chaves, Caru</dc:creator>
  <cp:lastModifiedBy>Niko A7x</cp:lastModifiedBy>
  <cp:revision>2</cp:revision>
  <dcterms:created xsi:type="dcterms:W3CDTF">2026-10-19T11:11:37Z</dcterms:created>
  <dcterms:modified xsi:type="dcterms:W3CDTF">2026-10-19T11:13:20Z</dcterms:modified>
</cp:coreProperties>
</file>